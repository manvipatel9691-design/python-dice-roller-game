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0CEAC4-D49D-4C98-91C5-ED69B306FFAD}"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3A1603B0-A241-4283-8CD1-EEA44FCD0E8B}" type="slidenum">
              <a:rPr lang="en-IN" smtClean="0"/>
              <a:t>‹#›</a:t>
            </a:fld>
            <a:endParaRPr lang="en-IN"/>
          </a:p>
        </p:txBody>
      </p:sp>
    </p:spTree>
    <p:extLst>
      <p:ext uri="{BB962C8B-B14F-4D97-AF65-F5344CB8AC3E}">
        <p14:creationId xmlns:p14="http://schemas.microsoft.com/office/powerpoint/2010/main" val="3674812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0CEAC4-D49D-4C98-91C5-ED69B306FFAD}"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1603B0-A241-4283-8CD1-EEA44FCD0E8B}" type="slidenum">
              <a:rPr lang="en-IN" smtClean="0"/>
              <a:t>‹#›</a:t>
            </a:fld>
            <a:endParaRPr lang="en-IN"/>
          </a:p>
        </p:txBody>
      </p:sp>
    </p:spTree>
    <p:extLst>
      <p:ext uri="{BB962C8B-B14F-4D97-AF65-F5344CB8AC3E}">
        <p14:creationId xmlns:p14="http://schemas.microsoft.com/office/powerpoint/2010/main" val="867859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A90CEAC4-D49D-4C98-91C5-ED69B306FFAD}" type="datetimeFigureOut">
              <a:rPr lang="en-IN" smtClean="0"/>
              <a:t>24-11-2025</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A1603B0-A241-4283-8CD1-EEA44FCD0E8B}" type="slidenum">
              <a:rPr lang="en-IN" smtClean="0"/>
              <a:t>‹#›</a:t>
            </a:fld>
            <a:endParaRPr lang="en-IN"/>
          </a:p>
        </p:txBody>
      </p:sp>
    </p:spTree>
    <p:extLst>
      <p:ext uri="{BB962C8B-B14F-4D97-AF65-F5344CB8AC3E}">
        <p14:creationId xmlns:p14="http://schemas.microsoft.com/office/powerpoint/2010/main" val="2261121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0CEAC4-D49D-4C98-91C5-ED69B306FFAD}"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1603B0-A241-4283-8CD1-EEA44FCD0E8B}" type="slidenum">
              <a:rPr lang="en-IN" smtClean="0"/>
              <a:t>‹#›</a:t>
            </a:fld>
            <a:endParaRPr lang="en-IN"/>
          </a:p>
        </p:txBody>
      </p:sp>
    </p:spTree>
    <p:extLst>
      <p:ext uri="{BB962C8B-B14F-4D97-AF65-F5344CB8AC3E}">
        <p14:creationId xmlns:p14="http://schemas.microsoft.com/office/powerpoint/2010/main" val="2986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0CEAC4-D49D-4C98-91C5-ED69B306FFAD}" type="datetimeFigureOut">
              <a:rPr lang="en-IN" smtClean="0"/>
              <a:t>24-11-2025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1603B0-A241-4283-8CD1-EEA44FCD0E8B}" type="slidenum">
              <a:rPr lang="en-IN" smtClean="0"/>
              <a:t>‹#›</a:t>
            </a:fld>
            <a:endParaRPr lang="en-IN"/>
          </a:p>
        </p:txBody>
      </p:sp>
    </p:spTree>
    <p:extLst>
      <p:ext uri="{BB962C8B-B14F-4D97-AF65-F5344CB8AC3E}">
        <p14:creationId xmlns:p14="http://schemas.microsoft.com/office/powerpoint/2010/main" val="54446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0CEAC4-D49D-4C98-91C5-ED69B306FFAD}" type="datetimeFigureOut">
              <a:rPr lang="en-IN" smtClean="0"/>
              <a:t>24-11-2025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1603B0-A241-4283-8CD1-EEA44FCD0E8B}" type="slidenum">
              <a:rPr lang="en-IN" smtClean="0"/>
              <a:t>‹#›</a:t>
            </a:fld>
            <a:endParaRPr lang="en-IN"/>
          </a:p>
        </p:txBody>
      </p:sp>
    </p:spTree>
    <p:extLst>
      <p:ext uri="{BB962C8B-B14F-4D97-AF65-F5344CB8AC3E}">
        <p14:creationId xmlns:p14="http://schemas.microsoft.com/office/powerpoint/2010/main" val="1912778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0CEAC4-D49D-4C98-91C5-ED69B306FFAD}" type="datetimeFigureOut">
              <a:rPr lang="en-IN" smtClean="0"/>
              <a:t>24-11-2025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A1603B0-A241-4283-8CD1-EEA44FCD0E8B}" type="slidenum">
              <a:rPr lang="en-IN" smtClean="0"/>
              <a:t>‹#›</a:t>
            </a:fld>
            <a:endParaRPr lang="en-IN"/>
          </a:p>
        </p:txBody>
      </p:sp>
    </p:spTree>
    <p:extLst>
      <p:ext uri="{BB962C8B-B14F-4D97-AF65-F5344CB8AC3E}">
        <p14:creationId xmlns:p14="http://schemas.microsoft.com/office/powerpoint/2010/main" val="4085015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0CEAC4-D49D-4C98-91C5-ED69B306FFAD}"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1603B0-A241-4283-8CD1-EEA44FCD0E8B}" type="slidenum">
              <a:rPr lang="en-IN" smtClean="0"/>
              <a:t>‹#›</a:t>
            </a:fld>
            <a:endParaRPr lang="en-IN"/>
          </a:p>
        </p:txBody>
      </p:sp>
    </p:spTree>
    <p:extLst>
      <p:ext uri="{BB962C8B-B14F-4D97-AF65-F5344CB8AC3E}">
        <p14:creationId xmlns:p14="http://schemas.microsoft.com/office/powerpoint/2010/main" val="3555870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0CEAC4-D49D-4C98-91C5-ED69B306FFAD}" type="datetimeFigureOut">
              <a:rPr lang="en-IN" smtClean="0"/>
              <a:t>24-11-2025</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1603B0-A241-4283-8CD1-EEA44FCD0E8B}" type="slidenum">
              <a:rPr lang="en-IN" smtClean="0"/>
              <a:t>‹#›</a:t>
            </a:fld>
            <a:endParaRPr lang="en-IN"/>
          </a:p>
        </p:txBody>
      </p:sp>
    </p:spTree>
    <p:extLst>
      <p:ext uri="{BB962C8B-B14F-4D97-AF65-F5344CB8AC3E}">
        <p14:creationId xmlns:p14="http://schemas.microsoft.com/office/powerpoint/2010/main" val="3383577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0CEAC4-D49D-4C98-91C5-ED69B306FFAD}"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1603B0-A241-4283-8CD1-EEA44FCD0E8B}" type="slidenum">
              <a:rPr lang="en-IN" smtClean="0"/>
              <a:t>‹#›</a:t>
            </a:fld>
            <a:endParaRPr lang="en-IN"/>
          </a:p>
        </p:txBody>
      </p:sp>
    </p:spTree>
    <p:extLst>
      <p:ext uri="{BB962C8B-B14F-4D97-AF65-F5344CB8AC3E}">
        <p14:creationId xmlns:p14="http://schemas.microsoft.com/office/powerpoint/2010/main" val="2974986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0CEAC4-D49D-4C98-91C5-ED69B306FFAD}"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1603B0-A241-4283-8CD1-EEA44FCD0E8B}" type="slidenum">
              <a:rPr lang="en-IN" smtClean="0"/>
              <a:t>‹#›</a:t>
            </a:fld>
            <a:endParaRPr lang="en-IN"/>
          </a:p>
        </p:txBody>
      </p:sp>
    </p:spTree>
    <p:extLst>
      <p:ext uri="{BB962C8B-B14F-4D97-AF65-F5344CB8AC3E}">
        <p14:creationId xmlns:p14="http://schemas.microsoft.com/office/powerpoint/2010/main" val="2424969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90CEAC4-D49D-4C98-91C5-ED69B306FFAD}" type="datetimeFigureOut">
              <a:rPr lang="en-IN" smtClean="0"/>
              <a:t>24-11-2025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3A1603B0-A241-4283-8CD1-EEA44FCD0E8B}" type="slidenum">
              <a:rPr lang="en-IN" smtClean="0"/>
              <a:t>‹#›</a:t>
            </a:fld>
            <a:endParaRPr lang="en-IN"/>
          </a:p>
        </p:txBody>
      </p:sp>
    </p:spTree>
    <p:extLst>
      <p:ext uri="{BB962C8B-B14F-4D97-AF65-F5344CB8AC3E}">
        <p14:creationId xmlns:p14="http://schemas.microsoft.com/office/powerpoint/2010/main" val="344840787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6D0B-3865-E9C5-CF8D-41405D5E437F}"/>
              </a:ext>
            </a:extLst>
          </p:cNvPr>
          <p:cNvSpPr>
            <a:spLocks noGrp="1"/>
          </p:cNvSpPr>
          <p:nvPr>
            <p:ph type="ctrTitle"/>
          </p:nvPr>
        </p:nvSpPr>
        <p:spPr/>
        <p:txBody>
          <a:bodyPr/>
          <a:lstStyle/>
          <a:p>
            <a:r>
              <a:rPr lang="en-US" dirty="0"/>
              <a:t>     Dice roller </a:t>
            </a:r>
            <a:endParaRPr lang="en-IN" dirty="0"/>
          </a:p>
        </p:txBody>
      </p:sp>
      <p:sp>
        <p:nvSpPr>
          <p:cNvPr id="3" name="Subtitle 2">
            <a:extLst>
              <a:ext uri="{FF2B5EF4-FFF2-40B4-BE49-F238E27FC236}">
                <a16:creationId xmlns:a16="http://schemas.microsoft.com/office/drawing/2014/main" id="{4D31CA4D-2CBF-DBBF-79AF-23C19CA9DAEB}"/>
              </a:ext>
            </a:extLst>
          </p:cNvPr>
          <p:cNvSpPr>
            <a:spLocks noGrp="1"/>
          </p:cNvSpPr>
          <p:nvPr>
            <p:ph type="subTitle" idx="1"/>
          </p:nvPr>
        </p:nvSpPr>
        <p:spPr/>
        <p:txBody>
          <a:bodyPr>
            <a:normAutofit/>
          </a:bodyPr>
          <a:lstStyle/>
          <a:p>
            <a:r>
              <a:rPr lang="en-US" b="1" dirty="0"/>
              <a:t>Project Created By:</a:t>
            </a:r>
            <a:r>
              <a:rPr lang="en-US" dirty="0"/>
              <a:t> MANVI  PATEL</a:t>
            </a:r>
            <a:br>
              <a:rPr lang="en-US" dirty="0"/>
            </a:br>
            <a:r>
              <a:rPr lang="en-US" b="1" dirty="0"/>
              <a:t>Type</a:t>
            </a:r>
            <a:r>
              <a:rPr lang="en-US" dirty="0"/>
              <a:t>: Desktop GUI application</a:t>
            </a:r>
            <a:br>
              <a:rPr lang="en-US" dirty="0"/>
            </a:br>
            <a:r>
              <a:rPr lang="en-US" b="1" dirty="0"/>
              <a:t>Institution:</a:t>
            </a:r>
            <a:r>
              <a:rPr lang="en-US" dirty="0"/>
              <a:t> [VIT BHOPAL]</a:t>
            </a:r>
          </a:p>
          <a:p>
            <a:endParaRPr lang="en-IN" dirty="0"/>
          </a:p>
        </p:txBody>
      </p:sp>
    </p:spTree>
    <p:extLst>
      <p:ext uri="{BB962C8B-B14F-4D97-AF65-F5344CB8AC3E}">
        <p14:creationId xmlns:p14="http://schemas.microsoft.com/office/powerpoint/2010/main" val="1887387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0B20C-C550-B17F-425A-0F4D0FB3A64A}"/>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B6499C5E-920C-3958-EB60-53BEE0DF7BEE}"/>
              </a:ext>
            </a:extLst>
          </p:cNvPr>
          <p:cNvSpPr>
            <a:spLocks noGrp="1"/>
          </p:cNvSpPr>
          <p:nvPr>
            <p:ph idx="1"/>
          </p:nvPr>
        </p:nvSpPr>
        <p:spPr/>
        <p:txBody>
          <a:bodyPr/>
          <a:lstStyle/>
          <a:p>
            <a:r>
              <a:rPr lang="en-US" dirty="0"/>
              <a:t>Dice Roller is a fun single-player game that I created using Python. It's basically an interactive dice rolling game where you can keep rolling the dice as many times as you want. The game doesn't just show you what number you rolled, it also keeps track of your statistics like total rolls, best roll, and encourages you with messages like "Good luck!" or "Better luck next time!"</a:t>
            </a:r>
          </a:p>
          <a:p>
            <a:r>
              <a:rPr lang="en-US" dirty="0"/>
              <a:t>I got the idea for this project because I wanted to make something more than just a basic dice roller. Instead of just showing random numbers, I added a gaming element to it with score tracking and motivational messages. This makes it more engaging and fun to use. It's like having a digital dice game that remembers all your rolls and cheers you on.</a:t>
            </a:r>
          </a:p>
          <a:p>
            <a:endParaRPr lang="en-IN" dirty="0"/>
          </a:p>
        </p:txBody>
      </p:sp>
    </p:spTree>
    <p:extLst>
      <p:ext uri="{BB962C8B-B14F-4D97-AF65-F5344CB8AC3E}">
        <p14:creationId xmlns:p14="http://schemas.microsoft.com/office/powerpoint/2010/main" val="1928749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DC2C5-A7E4-3C7C-0DC4-0030DEBC2F72}"/>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260A47B5-9F82-4A05-37BB-C5EF6D2B7C08}"/>
              </a:ext>
            </a:extLst>
          </p:cNvPr>
          <p:cNvSpPr>
            <a:spLocks noGrp="1"/>
          </p:cNvSpPr>
          <p:nvPr>
            <p:ph idx="1"/>
          </p:nvPr>
        </p:nvSpPr>
        <p:spPr/>
        <p:txBody>
          <a:bodyPr/>
          <a:lstStyle/>
          <a:p>
            <a:r>
              <a:rPr lang="en-US" dirty="0"/>
              <a:t>When I started building this game, these were my main goals:</a:t>
            </a:r>
          </a:p>
          <a:p>
            <a:r>
              <a:rPr lang="en-US" dirty="0"/>
              <a:t>Create an interactive dice rolling game that's actually fun to play</a:t>
            </a:r>
          </a:p>
          <a:p>
            <a:r>
              <a:rPr lang="en-US" dirty="0"/>
              <a:t>Learn how to track and store multiple data points like total rolls and best score</a:t>
            </a:r>
          </a:p>
          <a:p>
            <a:r>
              <a:rPr lang="en-US" dirty="0"/>
              <a:t>Make the game feel alive with encouraging messages</a:t>
            </a:r>
          </a:p>
          <a:p>
            <a:r>
              <a:rPr lang="en-US" dirty="0"/>
              <a:t>Practice using variables to store game statistics</a:t>
            </a:r>
          </a:p>
          <a:p>
            <a:r>
              <a:rPr lang="en-US" dirty="0"/>
              <a:t>Understand how to keep the game running infinitely until user quits</a:t>
            </a:r>
          </a:p>
          <a:p>
            <a:r>
              <a:rPr lang="en-US" dirty="0"/>
              <a:t>Make something I could show to my friends and actually play with them</a:t>
            </a:r>
          </a:p>
          <a:p>
            <a:r>
              <a:rPr lang="en-US" dirty="0"/>
              <a:t>Basically, I wanted to build something that was both educational for me and entertaining for users.</a:t>
            </a:r>
          </a:p>
          <a:p>
            <a:endParaRPr lang="en-IN" dirty="0"/>
          </a:p>
        </p:txBody>
      </p:sp>
    </p:spTree>
    <p:extLst>
      <p:ext uri="{BB962C8B-B14F-4D97-AF65-F5344CB8AC3E}">
        <p14:creationId xmlns:p14="http://schemas.microsoft.com/office/powerpoint/2010/main" val="1514907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1CD54-6FF6-B250-212B-DFAD56C18EE4}"/>
              </a:ext>
            </a:extLst>
          </p:cNvPr>
          <p:cNvSpPr>
            <a:spLocks noGrp="1"/>
          </p:cNvSpPr>
          <p:nvPr>
            <p:ph type="title"/>
          </p:nvPr>
        </p:nvSpPr>
        <p:spPr/>
        <p:txBody>
          <a:bodyPr/>
          <a:lstStyle/>
          <a:p>
            <a:r>
              <a:rPr lang="en-IN" dirty="0"/>
              <a:t>METHODOLOGY:</a:t>
            </a:r>
          </a:p>
        </p:txBody>
      </p:sp>
      <p:sp>
        <p:nvSpPr>
          <p:cNvPr id="3" name="Content Placeholder 2">
            <a:extLst>
              <a:ext uri="{FF2B5EF4-FFF2-40B4-BE49-F238E27FC236}">
                <a16:creationId xmlns:a16="http://schemas.microsoft.com/office/drawing/2014/main" id="{98597954-84A3-9DB4-A94A-313565373084}"/>
              </a:ext>
            </a:extLst>
          </p:cNvPr>
          <p:cNvSpPr>
            <a:spLocks noGrp="1"/>
          </p:cNvSpPr>
          <p:nvPr>
            <p:ph idx="1"/>
          </p:nvPr>
        </p:nvSpPr>
        <p:spPr/>
        <p:txBody>
          <a:bodyPr/>
          <a:lstStyle/>
          <a:p>
            <a:r>
              <a:rPr lang="en-US" dirty="0"/>
              <a:t>Here's how I built this game step by step:</a:t>
            </a:r>
          </a:p>
          <a:p>
            <a:r>
              <a:rPr lang="en-US" dirty="0"/>
              <a:t>First, I researched about the random module in Python and how to generate random numbers. Then I planned what features I wanted - not just rolling, but also tracking statistics. After that, I started coding the basic dice roll function. Once that worked, I added variables to track total rolls and best roll. Then I added the motivational messages to make it more fun. Finally, I tested it multiple times to make sure all the statistics were updating correctly.</a:t>
            </a:r>
          </a:p>
          <a:p>
            <a:r>
              <a:rPr lang="en-US" dirty="0"/>
              <a:t>The trickiest part was keeping track of all the statistics while the game runs. I had to use variables properly and update them after each roll. I also spent time thinking about what messages would make the game more enjoyable. It took me around a week to complete because I kept adding small improvements.</a:t>
            </a:r>
          </a:p>
          <a:p>
            <a:endParaRPr lang="en-IN" dirty="0"/>
          </a:p>
        </p:txBody>
      </p:sp>
    </p:spTree>
    <p:extLst>
      <p:ext uri="{BB962C8B-B14F-4D97-AF65-F5344CB8AC3E}">
        <p14:creationId xmlns:p14="http://schemas.microsoft.com/office/powerpoint/2010/main" val="2685770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206C2-E0FA-93D1-9E31-79C6E3EABA07}"/>
              </a:ext>
            </a:extLst>
          </p:cNvPr>
          <p:cNvSpPr>
            <a:spLocks noGrp="1"/>
          </p:cNvSpPr>
          <p:nvPr>
            <p:ph type="title"/>
          </p:nvPr>
        </p:nvSpPr>
        <p:spPr/>
        <p:txBody>
          <a:bodyPr/>
          <a:lstStyle/>
          <a:p>
            <a:r>
              <a:rPr lang="en-IN" dirty="0"/>
              <a:t>HOW THE GAME WORKS:</a:t>
            </a:r>
          </a:p>
        </p:txBody>
      </p:sp>
      <p:sp>
        <p:nvSpPr>
          <p:cNvPr id="3" name="Content Placeholder 2">
            <a:extLst>
              <a:ext uri="{FF2B5EF4-FFF2-40B4-BE49-F238E27FC236}">
                <a16:creationId xmlns:a16="http://schemas.microsoft.com/office/drawing/2014/main" id="{80FFB8F6-68F9-D761-4C69-746EB454224C}"/>
              </a:ext>
            </a:extLst>
          </p:cNvPr>
          <p:cNvSpPr>
            <a:spLocks noGrp="1"/>
          </p:cNvSpPr>
          <p:nvPr>
            <p:ph idx="1"/>
          </p:nvPr>
        </p:nvSpPr>
        <p:spPr/>
        <p:txBody>
          <a:bodyPr>
            <a:normAutofit lnSpcReduction="10000"/>
          </a:bodyPr>
          <a:lstStyle/>
          <a:p>
            <a:r>
              <a:rPr lang="en-US" dirty="0"/>
              <a:t>When you start the game, it welcomes you and explains that you can roll the dice as many times as you want. Each time you press 'r' to roll, the game generates a random number between 1 and 6.</a:t>
            </a:r>
          </a:p>
          <a:p>
            <a:r>
              <a:rPr lang="en-US" dirty="0"/>
              <a:t>But here's where it gets interesting - the game keeps track of everything. It counts how many total rolls you've made. It remembers your best roll (highest number you got). After each roll, it shows you the current number, your total rolls so far, and your best roll till now.</a:t>
            </a:r>
          </a:p>
          <a:p>
            <a:r>
              <a:rPr lang="en-US" dirty="0"/>
              <a:t>The game also encourages you with random messages. Sometimes it says "Good luck!" before a roll, or "Better luck next time!" if you get a low number, or celebrates when you get a high number. This makes it feel less robotic and more like a real game.</a:t>
            </a:r>
          </a:p>
          <a:p>
            <a:r>
              <a:rPr lang="en-US" dirty="0"/>
              <a:t>You can keep playing infinitely until you press 'q' to quit. When you quit, it shows you your final statistics - total rolls you made and what was your best roll throughout the session.</a:t>
            </a:r>
          </a:p>
          <a:p>
            <a:endParaRPr lang="en-IN" dirty="0"/>
          </a:p>
        </p:txBody>
      </p:sp>
    </p:spTree>
    <p:extLst>
      <p:ext uri="{BB962C8B-B14F-4D97-AF65-F5344CB8AC3E}">
        <p14:creationId xmlns:p14="http://schemas.microsoft.com/office/powerpoint/2010/main" val="1113545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0C87A-7969-20F8-7EE0-7D6DD6295B8A}"/>
              </a:ext>
            </a:extLst>
          </p:cNvPr>
          <p:cNvSpPr>
            <a:spLocks noGrp="1"/>
          </p:cNvSpPr>
          <p:nvPr>
            <p:ph type="title"/>
          </p:nvPr>
        </p:nvSpPr>
        <p:spPr/>
        <p:txBody>
          <a:bodyPr/>
          <a:lstStyle/>
          <a:p>
            <a:r>
              <a:rPr lang="en-IN" dirty="0"/>
              <a:t>CODE STRUCTURE AND FEATURES:</a:t>
            </a:r>
          </a:p>
        </p:txBody>
      </p:sp>
      <p:sp>
        <p:nvSpPr>
          <p:cNvPr id="3" name="Content Placeholder 2">
            <a:extLst>
              <a:ext uri="{FF2B5EF4-FFF2-40B4-BE49-F238E27FC236}">
                <a16:creationId xmlns:a16="http://schemas.microsoft.com/office/drawing/2014/main" id="{E75F0818-5897-0537-D287-E47021BD18A8}"/>
              </a:ext>
            </a:extLst>
          </p:cNvPr>
          <p:cNvSpPr>
            <a:spLocks noGrp="1"/>
          </p:cNvSpPr>
          <p:nvPr>
            <p:ph idx="1"/>
          </p:nvPr>
        </p:nvSpPr>
        <p:spPr/>
        <p:txBody>
          <a:bodyPr>
            <a:normAutofit fontScale="62500" lnSpcReduction="20000"/>
          </a:bodyPr>
          <a:lstStyle/>
          <a:p>
            <a:r>
              <a:rPr lang="en-US" dirty="0"/>
              <a:t>My code is organized into these main parts:</a:t>
            </a:r>
          </a:p>
          <a:p>
            <a:r>
              <a:rPr lang="en-US" b="1" dirty="0"/>
              <a:t>Import Section:</a:t>
            </a:r>
            <a:r>
              <a:rPr lang="en-US" dirty="0"/>
              <a:t> I imported the random module for generating dice numbers.</a:t>
            </a:r>
          </a:p>
          <a:p>
            <a:r>
              <a:rPr lang="en-US" b="1" dirty="0"/>
              <a:t>Variables:</a:t>
            </a:r>
            <a:r>
              <a:rPr lang="en-US" dirty="0"/>
              <a:t> I created variables to store </a:t>
            </a:r>
            <a:r>
              <a:rPr lang="en-US" dirty="0" err="1"/>
              <a:t>total_rolls</a:t>
            </a:r>
            <a:r>
              <a:rPr lang="en-US" dirty="0"/>
              <a:t> (starts at 0) and </a:t>
            </a:r>
            <a:r>
              <a:rPr lang="en-US" dirty="0" err="1"/>
              <a:t>best_roll</a:t>
            </a:r>
            <a:r>
              <a:rPr lang="en-US" dirty="0"/>
              <a:t> (starts at 0). These update after every roll.</a:t>
            </a:r>
          </a:p>
          <a:p>
            <a:r>
              <a:rPr lang="en-US" b="1" dirty="0"/>
              <a:t>Dice Roll Function:</a:t>
            </a:r>
            <a:r>
              <a:rPr lang="en-US" dirty="0"/>
              <a:t> This generates a random number from 1 to 6 using </a:t>
            </a:r>
            <a:r>
              <a:rPr lang="en-US" dirty="0" err="1"/>
              <a:t>random.randint</a:t>
            </a:r>
            <a:r>
              <a:rPr lang="en-US" dirty="0"/>
              <a:t>(1, 6).</a:t>
            </a:r>
          </a:p>
          <a:p>
            <a:r>
              <a:rPr lang="en-US" b="1" dirty="0"/>
              <a:t>Message Function:</a:t>
            </a:r>
            <a:r>
              <a:rPr lang="en-US" dirty="0"/>
              <a:t> I made a small function that randomly picks encouraging messages to display.</a:t>
            </a:r>
          </a:p>
          <a:p>
            <a:r>
              <a:rPr lang="en-US" b="1" dirty="0"/>
              <a:t>Main Game Loop:</a:t>
            </a:r>
            <a:r>
              <a:rPr lang="en-US" dirty="0"/>
              <a:t> This is a while loop that keeps running until the user quits. Inside this loop:</a:t>
            </a:r>
          </a:p>
          <a:p>
            <a:r>
              <a:rPr lang="en-US" dirty="0"/>
              <a:t>Takes user input (r or q)</a:t>
            </a:r>
          </a:p>
          <a:p>
            <a:r>
              <a:rPr lang="en-US" dirty="0"/>
              <a:t>If 'r', rolls the dice</a:t>
            </a:r>
          </a:p>
          <a:p>
            <a:r>
              <a:rPr lang="en-US" dirty="0"/>
              <a:t>Updates total rolls count</a:t>
            </a:r>
          </a:p>
          <a:p>
            <a:r>
              <a:rPr lang="en-US" dirty="0"/>
              <a:t>Checks if current roll is better than best roll</a:t>
            </a:r>
          </a:p>
          <a:p>
            <a:r>
              <a:rPr lang="en-US" dirty="0"/>
              <a:t>Displays the result with current statistics</a:t>
            </a:r>
          </a:p>
          <a:p>
            <a:r>
              <a:rPr lang="en-US" dirty="0"/>
              <a:t>Shows a random encouraging message</a:t>
            </a:r>
          </a:p>
          <a:p>
            <a:r>
              <a:rPr lang="en-US" dirty="0"/>
              <a:t>If 'q', displays final stats and exits</a:t>
            </a:r>
          </a:p>
          <a:p>
            <a:r>
              <a:rPr lang="en-US" b="1" dirty="0"/>
              <a:t>Display Stats:</a:t>
            </a:r>
            <a:r>
              <a:rPr lang="en-US" dirty="0"/>
              <a:t> After each roll, it clearly shows your current roll, total rolls, and best roll so you always know how you're doing.</a:t>
            </a:r>
          </a:p>
          <a:p>
            <a:endParaRPr lang="en-IN" dirty="0"/>
          </a:p>
        </p:txBody>
      </p:sp>
    </p:spTree>
    <p:extLst>
      <p:ext uri="{BB962C8B-B14F-4D97-AF65-F5344CB8AC3E}">
        <p14:creationId xmlns:p14="http://schemas.microsoft.com/office/powerpoint/2010/main" val="355048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4313-F944-2A34-6CE5-0F23BD64EF56}"/>
              </a:ext>
            </a:extLst>
          </p:cNvPr>
          <p:cNvSpPr>
            <a:spLocks noGrp="1"/>
          </p:cNvSpPr>
          <p:nvPr>
            <p:ph type="title"/>
          </p:nvPr>
        </p:nvSpPr>
        <p:spPr/>
        <p:txBody>
          <a:bodyPr/>
          <a:lstStyle/>
          <a:p>
            <a:r>
              <a:rPr lang="en-IN" dirty="0"/>
              <a:t>GAME FEATURES:</a:t>
            </a:r>
          </a:p>
        </p:txBody>
      </p:sp>
      <p:sp>
        <p:nvSpPr>
          <p:cNvPr id="3" name="Content Placeholder 2">
            <a:extLst>
              <a:ext uri="{FF2B5EF4-FFF2-40B4-BE49-F238E27FC236}">
                <a16:creationId xmlns:a16="http://schemas.microsoft.com/office/drawing/2014/main" id="{87456FCD-AC14-FF33-C61F-75B44D5DE7A5}"/>
              </a:ext>
            </a:extLst>
          </p:cNvPr>
          <p:cNvSpPr>
            <a:spLocks noGrp="1"/>
          </p:cNvSpPr>
          <p:nvPr>
            <p:ph idx="1"/>
          </p:nvPr>
        </p:nvSpPr>
        <p:spPr/>
        <p:txBody>
          <a:bodyPr>
            <a:normAutofit lnSpcReduction="10000"/>
          </a:bodyPr>
          <a:lstStyle/>
          <a:p>
            <a:r>
              <a:rPr lang="en-US" dirty="0"/>
              <a:t>Here's everything my dice roller game can do:</a:t>
            </a:r>
          </a:p>
          <a:p>
            <a:r>
              <a:rPr lang="en-US" b="1" dirty="0"/>
              <a:t>Infinite Rolling:</a:t>
            </a:r>
            <a:r>
              <a:rPr lang="en-US" dirty="0"/>
              <a:t> Roll the dice as many times as you want, no limit</a:t>
            </a:r>
          </a:p>
          <a:p>
            <a:r>
              <a:rPr lang="en-US" b="1" dirty="0"/>
              <a:t>Statistics Tracking:</a:t>
            </a:r>
            <a:r>
              <a:rPr lang="en-US" dirty="0"/>
              <a:t> Keeps count of total number of rolls you've made</a:t>
            </a:r>
          </a:p>
          <a:p>
            <a:r>
              <a:rPr lang="en-US" b="1" dirty="0"/>
              <a:t>Best Roll Memory:</a:t>
            </a:r>
            <a:r>
              <a:rPr lang="en-US" dirty="0"/>
              <a:t> Remembers and displays your highest roll</a:t>
            </a:r>
          </a:p>
          <a:p>
            <a:r>
              <a:rPr lang="en-US" b="1" dirty="0"/>
              <a:t>Motivational Messages:</a:t>
            </a:r>
            <a:r>
              <a:rPr lang="en-US" dirty="0"/>
              <a:t> Shows encouraging texts like "Good luck!", "Better luck next time!", "Great roll!", etc.</a:t>
            </a:r>
          </a:p>
          <a:p>
            <a:r>
              <a:rPr lang="en-US" b="1" dirty="0"/>
              <a:t>Real-time Updates:</a:t>
            </a:r>
            <a:r>
              <a:rPr lang="en-US" dirty="0"/>
              <a:t> Shows updated statistics after every single roll</a:t>
            </a:r>
          </a:p>
          <a:p>
            <a:r>
              <a:rPr lang="en-US" b="1" dirty="0"/>
              <a:t>Single Player:</a:t>
            </a:r>
            <a:r>
              <a:rPr lang="en-US" dirty="0"/>
              <a:t> Easy solo game, no need for opponents</a:t>
            </a:r>
          </a:p>
          <a:p>
            <a:r>
              <a:rPr lang="en-US" b="1" dirty="0"/>
              <a:t>Final Summary:</a:t>
            </a:r>
            <a:r>
              <a:rPr lang="en-US" dirty="0"/>
              <a:t> When you quit, shows your complete game statistics</a:t>
            </a:r>
          </a:p>
          <a:p>
            <a:r>
              <a:rPr lang="en-US" b="1" dirty="0"/>
              <a:t>Simple Controls:</a:t>
            </a:r>
            <a:r>
              <a:rPr lang="en-US" dirty="0"/>
              <a:t> Just press 'r' to roll and 'q' to quit</a:t>
            </a:r>
          </a:p>
          <a:p>
            <a:endParaRPr lang="en-IN" dirty="0"/>
          </a:p>
        </p:txBody>
      </p:sp>
    </p:spTree>
    <p:extLst>
      <p:ext uri="{BB962C8B-B14F-4D97-AF65-F5344CB8AC3E}">
        <p14:creationId xmlns:p14="http://schemas.microsoft.com/office/powerpoint/2010/main" val="1031716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C6695-2346-4C92-6882-FBB0FAFEAC9D}"/>
              </a:ext>
            </a:extLst>
          </p:cNvPr>
          <p:cNvSpPr>
            <a:spLocks noGrp="1"/>
          </p:cNvSpPr>
          <p:nvPr>
            <p:ph type="title"/>
          </p:nvPr>
        </p:nvSpPr>
        <p:spPr/>
        <p:txBody>
          <a:bodyPr/>
          <a:lstStyle/>
          <a:p>
            <a:r>
              <a:rPr lang="en-IN" dirty="0"/>
              <a:t>SAMPLE OUTPUT:</a:t>
            </a:r>
          </a:p>
        </p:txBody>
      </p:sp>
      <p:sp>
        <p:nvSpPr>
          <p:cNvPr id="3" name="Content Placeholder 2">
            <a:extLst>
              <a:ext uri="{FF2B5EF4-FFF2-40B4-BE49-F238E27FC236}">
                <a16:creationId xmlns:a16="http://schemas.microsoft.com/office/drawing/2014/main" id="{AA91BAC8-BB50-4B16-F7E0-1BAE4AF3E827}"/>
              </a:ext>
            </a:extLst>
          </p:cNvPr>
          <p:cNvSpPr>
            <a:spLocks noGrp="1"/>
          </p:cNvSpPr>
          <p:nvPr>
            <p:ph idx="1"/>
          </p:nvPr>
        </p:nvSpPr>
        <p:spPr/>
        <p:txBody>
          <a:bodyPr/>
          <a:lstStyle/>
          <a:p>
            <a:r>
              <a:rPr lang="en-US" dirty="0"/>
              <a:t>This is what the game looks like when you play:</a:t>
            </a:r>
          </a:p>
          <a:p>
            <a:endParaRPr lang="en-IN" dirty="0"/>
          </a:p>
        </p:txBody>
      </p:sp>
      <p:pic>
        <p:nvPicPr>
          <p:cNvPr id="5" name="Picture 4">
            <a:extLst>
              <a:ext uri="{FF2B5EF4-FFF2-40B4-BE49-F238E27FC236}">
                <a16:creationId xmlns:a16="http://schemas.microsoft.com/office/drawing/2014/main" id="{3A187883-467E-8E5A-5D62-17F158B97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752" y="2615184"/>
            <a:ext cx="4246030" cy="3584448"/>
          </a:xfrm>
          <a:prstGeom prst="rect">
            <a:avLst/>
          </a:prstGeom>
        </p:spPr>
      </p:pic>
      <p:pic>
        <p:nvPicPr>
          <p:cNvPr id="7" name="Picture 6">
            <a:extLst>
              <a:ext uri="{FF2B5EF4-FFF2-40B4-BE49-F238E27FC236}">
                <a16:creationId xmlns:a16="http://schemas.microsoft.com/office/drawing/2014/main" id="{DF5C4CAC-0A08-7720-E18E-BA03C6BECB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615184"/>
            <a:ext cx="5038344" cy="3584448"/>
          </a:xfrm>
          <a:prstGeom prst="rect">
            <a:avLst/>
          </a:prstGeom>
        </p:spPr>
      </p:pic>
    </p:spTree>
    <p:extLst>
      <p:ext uri="{BB962C8B-B14F-4D97-AF65-F5344CB8AC3E}">
        <p14:creationId xmlns:p14="http://schemas.microsoft.com/office/powerpoint/2010/main" val="2669483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9D86-1C01-943E-5564-119DE97CE91D}"/>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D08F699E-B9A9-51A3-EA44-C3E5478247D0}"/>
              </a:ext>
            </a:extLst>
          </p:cNvPr>
          <p:cNvSpPr>
            <a:spLocks noGrp="1"/>
          </p:cNvSpPr>
          <p:nvPr>
            <p:ph idx="1"/>
          </p:nvPr>
        </p:nvSpPr>
        <p:spPr/>
        <p:txBody>
          <a:bodyPr/>
          <a:lstStyle/>
          <a:p>
            <a:r>
              <a:rPr lang="en-US" dirty="0"/>
              <a:t>Making and playing this game has several benefits:</a:t>
            </a:r>
          </a:p>
          <a:p>
            <a:r>
              <a:rPr lang="en-US" b="1" dirty="0"/>
              <a:t>Fun to Play:</a:t>
            </a:r>
            <a:r>
              <a:rPr lang="en-US" dirty="0"/>
              <a:t> The messages make it entertaining, not boring</a:t>
            </a:r>
          </a:p>
          <a:p>
            <a:r>
              <a:rPr lang="en-US" b="1" dirty="0"/>
              <a:t>Tracks Progress:</a:t>
            </a:r>
            <a:r>
              <a:rPr lang="en-US" dirty="0"/>
              <a:t> You can see how many times you rolled and your best score</a:t>
            </a:r>
          </a:p>
          <a:p>
            <a:r>
              <a:rPr lang="en-US" b="1" dirty="0"/>
              <a:t>Learn Statistics:</a:t>
            </a:r>
            <a:r>
              <a:rPr lang="en-US" dirty="0"/>
              <a:t> Helps understand concepts like tracking maximum values</a:t>
            </a:r>
          </a:p>
          <a:p>
            <a:r>
              <a:rPr lang="en-US" b="1" dirty="0"/>
              <a:t>Motivational:</a:t>
            </a:r>
            <a:r>
              <a:rPr lang="en-US" dirty="0"/>
              <a:t> The encouraging messages make you want to keep playing</a:t>
            </a:r>
          </a:p>
          <a:p>
            <a:r>
              <a:rPr lang="en-US" b="1" dirty="0"/>
              <a:t>No Physical Dice Needed:</a:t>
            </a:r>
            <a:r>
              <a:rPr lang="en-US" dirty="0"/>
              <a:t> Can play anywhere on your computer</a:t>
            </a:r>
          </a:p>
          <a:p>
            <a:r>
              <a:rPr lang="en-US" b="1" dirty="0"/>
              <a:t>Good Practice:</a:t>
            </a:r>
            <a:r>
              <a:rPr lang="en-US" dirty="0"/>
              <a:t> Taught me a lot about variables, loops, and conditions</a:t>
            </a:r>
          </a:p>
          <a:p>
            <a:r>
              <a:rPr lang="en-US" b="1" dirty="0"/>
              <a:t>Shareable:</a:t>
            </a:r>
            <a:r>
              <a:rPr lang="en-US" dirty="0"/>
              <a:t> Friends can play it too and compete for best scores</a:t>
            </a:r>
          </a:p>
          <a:p>
            <a:r>
              <a:rPr lang="en-US" b="1" dirty="0" err="1"/>
              <a:t>Replayability</a:t>
            </a:r>
            <a:r>
              <a:rPr lang="en-US" b="1" dirty="0"/>
              <a:t>:</a:t>
            </a:r>
            <a:r>
              <a:rPr lang="en-US" dirty="0"/>
              <a:t> Infinite rolls means you can play as long as you want</a:t>
            </a:r>
          </a:p>
          <a:p>
            <a:endParaRPr lang="en-IN" dirty="0"/>
          </a:p>
        </p:txBody>
      </p:sp>
    </p:spTree>
    <p:extLst>
      <p:ext uri="{BB962C8B-B14F-4D97-AF65-F5344CB8AC3E}">
        <p14:creationId xmlns:p14="http://schemas.microsoft.com/office/powerpoint/2010/main" val="3298680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FCE6-A1D0-CF25-1B1D-D4133C1BDBA9}"/>
              </a:ext>
            </a:extLst>
          </p:cNvPr>
          <p:cNvSpPr>
            <a:spLocks noGrp="1"/>
          </p:cNvSpPr>
          <p:nvPr>
            <p:ph type="title"/>
          </p:nvPr>
        </p:nvSpPr>
        <p:spPr/>
        <p:txBody>
          <a:bodyPr/>
          <a:lstStyle/>
          <a:p>
            <a:r>
              <a:rPr lang="en-IN" dirty="0"/>
              <a:t>FUTURE ENHANCEMENTS:</a:t>
            </a:r>
          </a:p>
        </p:txBody>
      </p:sp>
      <p:sp>
        <p:nvSpPr>
          <p:cNvPr id="3" name="Content Placeholder 2">
            <a:extLst>
              <a:ext uri="{FF2B5EF4-FFF2-40B4-BE49-F238E27FC236}">
                <a16:creationId xmlns:a16="http://schemas.microsoft.com/office/drawing/2014/main" id="{DEC06C4E-CF3F-14B9-5B7A-6015F0B83A62}"/>
              </a:ext>
            </a:extLst>
          </p:cNvPr>
          <p:cNvSpPr>
            <a:spLocks noGrp="1"/>
          </p:cNvSpPr>
          <p:nvPr>
            <p:ph idx="1"/>
          </p:nvPr>
        </p:nvSpPr>
        <p:spPr/>
        <p:txBody>
          <a:bodyPr>
            <a:normAutofit lnSpcReduction="10000"/>
          </a:bodyPr>
          <a:lstStyle/>
          <a:p>
            <a:r>
              <a:rPr lang="en-US" dirty="0"/>
              <a:t>If I work on this project again, I want to add:</a:t>
            </a:r>
          </a:p>
          <a:p>
            <a:r>
              <a:rPr lang="en-US" b="1" dirty="0"/>
              <a:t>Two Player Mode:</a:t>
            </a:r>
            <a:r>
              <a:rPr lang="en-US" dirty="0"/>
              <a:t> Let two people compete and see who gets the best roll</a:t>
            </a:r>
          </a:p>
          <a:p>
            <a:r>
              <a:rPr lang="en-US" b="1" dirty="0"/>
              <a:t>Save Scores:</a:t>
            </a:r>
            <a:r>
              <a:rPr lang="en-US" dirty="0"/>
              <a:t> Store game history in a file so you can see past records</a:t>
            </a:r>
          </a:p>
          <a:p>
            <a:r>
              <a:rPr lang="en-US" b="1" dirty="0"/>
              <a:t>More Messages:</a:t>
            </a:r>
            <a:r>
              <a:rPr lang="en-US" dirty="0"/>
              <a:t> Add variety of encouraging and funny messages</a:t>
            </a:r>
          </a:p>
          <a:p>
            <a:r>
              <a:rPr lang="en-US" b="1" dirty="0"/>
              <a:t>Achievements:</a:t>
            </a:r>
            <a:r>
              <a:rPr lang="en-US" dirty="0"/>
              <a:t> Like "Rolled 50 times!" or "Got three 6s in a row!"</a:t>
            </a:r>
          </a:p>
          <a:p>
            <a:r>
              <a:rPr lang="en-US" b="1" dirty="0"/>
              <a:t>Graphical Interface:</a:t>
            </a:r>
            <a:r>
              <a:rPr lang="en-US" dirty="0"/>
              <a:t> Make it with </a:t>
            </a:r>
            <a:r>
              <a:rPr lang="en-US" dirty="0" err="1"/>
              <a:t>Tkinter</a:t>
            </a:r>
            <a:r>
              <a:rPr lang="en-US" dirty="0"/>
              <a:t> with buttons and dice images</a:t>
            </a:r>
          </a:p>
          <a:p>
            <a:r>
              <a:rPr lang="en-US" b="1" dirty="0"/>
              <a:t>Sound Effects:</a:t>
            </a:r>
            <a:r>
              <a:rPr lang="en-US" dirty="0"/>
              <a:t> Add dice rolling sounds</a:t>
            </a:r>
          </a:p>
          <a:p>
            <a:r>
              <a:rPr lang="en-US" b="1" dirty="0"/>
              <a:t>Difficulty Levels:</a:t>
            </a:r>
            <a:r>
              <a:rPr lang="en-US" dirty="0"/>
              <a:t> Maybe add challenges like "Get a 6 in 5 rolls"</a:t>
            </a:r>
          </a:p>
          <a:p>
            <a:r>
              <a:rPr lang="en-US" b="1" dirty="0"/>
              <a:t>Leaderboard:</a:t>
            </a:r>
            <a:r>
              <a:rPr lang="en-US" dirty="0"/>
              <a:t> Top 10 best rolls or most rolls in a session</a:t>
            </a:r>
          </a:p>
          <a:p>
            <a:r>
              <a:rPr lang="en-US" dirty="0"/>
              <a:t>These would make the game even more addictive and fun!</a:t>
            </a:r>
          </a:p>
          <a:p>
            <a:endParaRPr lang="en-IN" dirty="0"/>
          </a:p>
        </p:txBody>
      </p:sp>
    </p:spTree>
    <p:extLst>
      <p:ext uri="{BB962C8B-B14F-4D97-AF65-F5344CB8AC3E}">
        <p14:creationId xmlns:p14="http://schemas.microsoft.com/office/powerpoint/2010/main" val="1004426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49C75-ECB2-9CB9-CA17-F943F9CD4973}"/>
              </a:ext>
            </a:extLst>
          </p:cNvPr>
          <p:cNvSpPr>
            <a:spLocks noGrp="1"/>
          </p:cNvSpPr>
          <p:nvPr>
            <p:ph type="title"/>
          </p:nvPr>
        </p:nvSpPr>
        <p:spPr/>
        <p:txBody>
          <a:bodyPr/>
          <a:lstStyle/>
          <a:p>
            <a:r>
              <a:rPr lang="en-IN" dirty="0"/>
              <a:t>CHALLENGES FACED:</a:t>
            </a:r>
          </a:p>
        </p:txBody>
      </p:sp>
      <p:sp>
        <p:nvSpPr>
          <p:cNvPr id="3" name="Content Placeholder 2">
            <a:extLst>
              <a:ext uri="{FF2B5EF4-FFF2-40B4-BE49-F238E27FC236}">
                <a16:creationId xmlns:a16="http://schemas.microsoft.com/office/drawing/2014/main" id="{BF789275-FA2B-71E9-B234-0929ED173F57}"/>
              </a:ext>
            </a:extLst>
          </p:cNvPr>
          <p:cNvSpPr>
            <a:spLocks noGrp="1"/>
          </p:cNvSpPr>
          <p:nvPr>
            <p:ph idx="1"/>
          </p:nvPr>
        </p:nvSpPr>
        <p:spPr/>
        <p:txBody>
          <a:bodyPr>
            <a:normAutofit lnSpcReduction="10000"/>
          </a:bodyPr>
          <a:lstStyle/>
          <a:p>
            <a:r>
              <a:rPr lang="en-US" dirty="0"/>
              <a:t>While making this project, I faced some problems:</a:t>
            </a:r>
          </a:p>
          <a:p>
            <a:r>
              <a:rPr lang="en-US" b="1" dirty="0"/>
              <a:t>Tracking Statistics:</a:t>
            </a:r>
            <a:r>
              <a:rPr lang="en-US" dirty="0"/>
              <a:t> Initially I struggled with updating the </a:t>
            </a:r>
            <a:r>
              <a:rPr lang="en-US" dirty="0" err="1"/>
              <a:t>total_rolls</a:t>
            </a:r>
            <a:r>
              <a:rPr lang="en-US" dirty="0"/>
              <a:t> and </a:t>
            </a:r>
            <a:r>
              <a:rPr lang="en-US" dirty="0" err="1"/>
              <a:t>best_roll</a:t>
            </a:r>
            <a:r>
              <a:rPr lang="en-US" dirty="0"/>
              <a:t> variables correctly. Sometimes they weren't updating or were updating at wrong times. I fixed this by carefully placing the update code after each roll.</a:t>
            </a:r>
          </a:p>
          <a:p>
            <a:r>
              <a:rPr lang="en-US" b="1" dirty="0"/>
              <a:t>Message System:</a:t>
            </a:r>
            <a:r>
              <a:rPr lang="en-US" dirty="0"/>
              <a:t> Deciding when to show which message was confusing. I had to use if-else conditions to show different messages based on the roll value.</a:t>
            </a:r>
          </a:p>
          <a:p>
            <a:r>
              <a:rPr lang="en-US" b="1" dirty="0"/>
              <a:t>Testing:</a:t>
            </a:r>
            <a:r>
              <a:rPr lang="en-US" dirty="0"/>
              <a:t> I had to play the game many times to make sure the statistics were accurate. Once I found a bug where </a:t>
            </a:r>
            <a:r>
              <a:rPr lang="en-US" dirty="0" err="1"/>
              <a:t>best_roll</a:t>
            </a:r>
            <a:r>
              <a:rPr lang="en-US" dirty="0"/>
              <a:t> wasn't updating, and I had to debug it.</a:t>
            </a:r>
          </a:p>
          <a:p>
            <a:r>
              <a:rPr lang="en-US" b="1" dirty="0"/>
              <a:t>User Experience:</a:t>
            </a:r>
            <a:r>
              <a:rPr lang="en-US" dirty="0"/>
              <a:t> Making the output look clean and organized took some effort. I added emojis and proper spacing to make it visually appealing.</a:t>
            </a:r>
          </a:p>
          <a:p>
            <a:r>
              <a:rPr lang="en-US" dirty="0"/>
              <a:t>But solving these problems taught me a lot and made me a better programmer!</a:t>
            </a:r>
          </a:p>
          <a:p>
            <a:endParaRPr lang="en-IN" dirty="0"/>
          </a:p>
        </p:txBody>
      </p:sp>
    </p:spTree>
    <p:extLst>
      <p:ext uri="{BB962C8B-B14F-4D97-AF65-F5344CB8AC3E}">
        <p14:creationId xmlns:p14="http://schemas.microsoft.com/office/powerpoint/2010/main" val="3079556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1AE01-EBD8-6D10-13C8-33DBDED12D9E}"/>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12914C16-6643-4A68-88DC-E0ACBDC1C759}"/>
              </a:ext>
            </a:extLst>
          </p:cNvPr>
          <p:cNvSpPr>
            <a:spLocks noGrp="1"/>
          </p:cNvSpPr>
          <p:nvPr>
            <p:ph idx="1"/>
          </p:nvPr>
        </p:nvSpPr>
        <p:spPr/>
        <p:txBody>
          <a:bodyPr/>
          <a:lstStyle/>
          <a:p>
            <a:r>
              <a:rPr lang="en-US" dirty="0"/>
              <a:t>Creating this Dice Roller Game was one of the most fun projects I've done. It started as a simple idea but I kept adding features to make it more interesting. The combination of random rolling, statistics tracking, and motivational messages makes it actually enjoyable to play.</a:t>
            </a:r>
          </a:p>
          <a:p>
            <a:r>
              <a:rPr lang="en-US" dirty="0"/>
              <a:t>I learned so much while building this - from using the random module to tracking multiple variables to making the user interface friendly. The best part was when I showed it to my friends and they actually wanted to play it and see who could get the highest roll!</a:t>
            </a:r>
          </a:p>
          <a:p>
            <a:r>
              <a:rPr lang="en-US" dirty="0"/>
              <a:t>This project proved to me that even simple ideas can be turned into engaging programs if you add the right features. It's not just about making code work, it's about making it fun and useful. I'm really proud of what I created and I definitely want to keep improving it.</a:t>
            </a:r>
          </a:p>
          <a:p>
            <a:endParaRPr lang="en-IN" dirty="0"/>
          </a:p>
        </p:txBody>
      </p:sp>
    </p:spTree>
    <p:extLst>
      <p:ext uri="{BB962C8B-B14F-4D97-AF65-F5344CB8AC3E}">
        <p14:creationId xmlns:p14="http://schemas.microsoft.com/office/powerpoint/2010/main" val="4293890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E2C7-10E3-1873-7E87-3036D311CD00}"/>
              </a:ext>
            </a:extLst>
          </p:cNvPr>
          <p:cNvSpPr>
            <a:spLocks noGrp="1"/>
          </p:cNvSpPr>
          <p:nvPr>
            <p:ph type="title"/>
          </p:nvPr>
        </p:nvSpPr>
        <p:spPr/>
        <p:txBody>
          <a:bodyPr/>
          <a:lstStyle/>
          <a:p>
            <a:r>
              <a:rPr lang="en-IN"/>
              <a:t>LEARNING OUTCOMES:</a:t>
            </a:r>
            <a:endParaRPr lang="en-IN" dirty="0"/>
          </a:p>
        </p:txBody>
      </p:sp>
      <p:sp>
        <p:nvSpPr>
          <p:cNvPr id="3" name="Content Placeholder 2">
            <a:extLst>
              <a:ext uri="{FF2B5EF4-FFF2-40B4-BE49-F238E27FC236}">
                <a16:creationId xmlns:a16="http://schemas.microsoft.com/office/drawing/2014/main" id="{522E28DE-19C6-54E7-E5E3-8E468F5ADECC}"/>
              </a:ext>
            </a:extLst>
          </p:cNvPr>
          <p:cNvSpPr>
            <a:spLocks noGrp="1"/>
          </p:cNvSpPr>
          <p:nvPr>
            <p:ph idx="1"/>
          </p:nvPr>
        </p:nvSpPr>
        <p:spPr/>
        <p:txBody>
          <a:bodyPr/>
          <a:lstStyle/>
          <a:p>
            <a:r>
              <a:rPr lang="en-US" dirty="0"/>
              <a:t>Through this project, I learned:</a:t>
            </a:r>
          </a:p>
          <a:p>
            <a:r>
              <a:rPr lang="en-US" dirty="0"/>
              <a:t>How to use Python's random module effectively</a:t>
            </a:r>
          </a:p>
          <a:p>
            <a:r>
              <a:rPr lang="en-US" dirty="0"/>
              <a:t>Variable management and updating values</a:t>
            </a:r>
          </a:p>
          <a:p>
            <a:r>
              <a:rPr lang="en-US" dirty="0"/>
              <a:t>Creating infinite loops with proper exit conditions</a:t>
            </a:r>
          </a:p>
          <a:p>
            <a:r>
              <a:rPr lang="en-US" dirty="0"/>
              <a:t>Making programs interactive and user-friendly</a:t>
            </a:r>
          </a:p>
          <a:p>
            <a:r>
              <a:rPr lang="en-US" dirty="0"/>
              <a:t>Adding personality to programs with messages</a:t>
            </a:r>
          </a:p>
          <a:p>
            <a:r>
              <a:rPr lang="en-US" dirty="0"/>
              <a:t>Testing and debugging code</a:t>
            </a:r>
          </a:p>
          <a:p>
            <a:r>
              <a:rPr lang="en-US" dirty="0"/>
              <a:t>Thinking about user experience</a:t>
            </a:r>
          </a:p>
          <a:p>
            <a:r>
              <a:rPr lang="en-US" dirty="0"/>
              <a:t>How small features can make a big difference</a:t>
            </a:r>
          </a:p>
          <a:p>
            <a:endParaRPr lang="en-IN" dirty="0"/>
          </a:p>
        </p:txBody>
      </p:sp>
    </p:spTree>
    <p:extLst>
      <p:ext uri="{BB962C8B-B14F-4D97-AF65-F5344CB8AC3E}">
        <p14:creationId xmlns:p14="http://schemas.microsoft.com/office/powerpoint/2010/main" val="1206793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23</TotalTime>
  <Words>1566</Words>
  <Application>Microsoft Office PowerPoint</Application>
  <PresentationFormat>Widescreen</PresentationFormat>
  <Paragraphs>92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Rockwell</vt:lpstr>
      <vt:lpstr>Rockwell Condensed</vt:lpstr>
      <vt:lpstr>Wingdings</vt:lpstr>
      <vt:lpstr>Wood Type</vt:lpstr>
      <vt:lpstr>     Dice roller </vt:lpstr>
      <vt:lpstr>INTRODUCTION:</vt:lpstr>
      <vt:lpstr>OBJECTIVES:</vt:lpstr>
      <vt:lpstr>METHODOLOGY:</vt:lpstr>
      <vt:lpstr>HOW THE GAME WORKS:</vt:lpstr>
      <vt:lpstr>CODE STRUCTURE AND FEATURES:</vt:lpstr>
      <vt:lpstr>GAME FEATURES:</vt:lpstr>
      <vt:lpstr>SAMPLE OUTPUT:</vt:lpstr>
      <vt:lpstr>ADVANTAGES:</vt:lpstr>
      <vt:lpstr>FUTURE ENHANCEMENTS:</vt:lpstr>
      <vt:lpstr>CHALLENGES FACED:</vt:lpstr>
      <vt:lpstr>CONCLUSION:</vt:lpstr>
      <vt:lpstr>LEARNING 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Manvi Patel</dc:creator>
  <cp:lastModifiedBy>Manvi Patel</cp:lastModifiedBy>
  <cp:revision>1</cp:revision>
  <dcterms:created xsi:type="dcterms:W3CDTF">2025-11-24T08:17:58Z</dcterms:created>
  <dcterms:modified xsi:type="dcterms:W3CDTF">2025-11-24T08:41:47Z</dcterms:modified>
</cp:coreProperties>
</file>